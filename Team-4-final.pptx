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57" r:id="rId4"/>
    <p:sldId id="258" r:id="rId5"/>
    <p:sldId id="259" r:id="rId6"/>
    <p:sldId id="262" r:id="rId7"/>
    <p:sldId id="271" r:id="rId8"/>
    <p:sldId id="272" r:id="rId9"/>
    <p:sldId id="273" r:id="rId10"/>
    <p:sldId id="266" r:id="rId11"/>
    <p:sldId id="267" r:id="rId12"/>
    <p:sldId id="26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28B4FC7F-BBF6-400E-8DBC-CC8C566D627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052052" y="2196788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ct val="100000"/>
            </a:pPr>
            <a:r>
              <a:rPr lang="en-US" b="1" dirty="0">
                <a:latin typeface="Algerian" panose="04020705040A02060702" pitchFamily="82" charset="0"/>
                <a:cs typeface="Times New Roman" panose="02020603050405020304" pitchFamily="18" charset="0"/>
              </a:rPr>
              <a:t>smart emergency network prioritization system</a:t>
            </a:r>
            <a:endParaRPr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60439" y="3964941"/>
            <a:ext cx="6711884" cy="3632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A.Vishnu Vardhan:(1925260209)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P. Jaswanth:(1912260316)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Jovin Josh:(192511471)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Bhanu Prakash:(1925260217)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S.Sri raman:(192524264)</a:t>
            </a: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D9EA4E-E2B7-B5B0-37F5-06F63677D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316" y="191627"/>
            <a:ext cx="8701549" cy="1627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998AC2-D640-AC68-D893-E310E4B8B0D9}"/>
              </a:ext>
            </a:extLst>
          </p:cNvPr>
          <p:cNvSpPr txBox="1"/>
          <p:nvPr/>
        </p:nvSpPr>
        <p:spPr>
          <a:xfrm>
            <a:off x="7187382" y="3950334"/>
            <a:ext cx="51517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888888"/>
              </a:buClr>
              <a:buSzPts val="3200"/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888888"/>
              </a:buClr>
              <a:buSzPts val="3200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         : Computer Networks </a:t>
            </a:r>
          </a:p>
          <a:p>
            <a:pPr lvl="0">
              <a:buClr>
                <a:srgbClr val="888888"/>
              </a:buClr>
              <a:buSzPts val="3200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code       : CSA0707</a:t>
            </a:r>
          </a:p>
          <a:p>
            <a:pPr lvl="0">
              <a:buClr>
                <a:srgbClr val="888888"/>
              </a:buClr>
              <a:buSzPts val="3200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: Santhiya Lakshmi Kumaravel</a:t>
            </a:r>
            <a:endParaRPr lang="en-US" sz="2000" dirty="0">
              <a:solidFill>
                <a:schemeClr val="tx1"/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A4CE-19FF-8078-75D2-DF6F31EE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Table of Content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6DB09-709D-A44E-82E1-61B47E253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7690" y="1560872"/>
            <a:ext cx="109728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Literature review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traditional network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AI based traffic classification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Proposed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References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34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Algerian" panose="04020705040A02060702" pitchFamily="82" charset="0"/>
                <a:sym typeface="Calibri"/>
              </a:rPr>
              <a:t>Introduction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924232" y="2029046"/>
            <a:ext cx="10343535" cy="562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Emergency communication requires fast and reliable networks.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Heavy network traffic can delay important messages.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This system uses AI to identify emergency traffic.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It gives higher priority to urgent communication.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/>
              <a:t>It helps emergency services respond quickly.</a:t>
            </a: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000" dirty="0"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Algerian"/>
                <a:ea typeface="Algerian"/>
                <a:cs typeface="Algerian"/>
                <a:sym typeface="Algerian"/>
              </a:rPr>
              <a:t>Problem statement </a:t>
            </a:r>
            <a:endParaRPr dirty="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88" name="Google Shape;188;p1"/>
          <p:cNvSpPr txBox="1">
            <a:spLocks noGrp="1"/>
          </p:cNvSpPr>
          <p:nvPr>
            <p:ph type="body" idx="1"/>
          </p:nvPr>
        </p:nvSpPr>
        <p:spPr>
          <a:xfrm>
            <a:off x="257503" y="2172516"/>
            <a:ext cx="7672839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network traffic causes delays in emergency communication.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messages may not receive high priority.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congestion reduces communication speed.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communication affects emergency response.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system is needed to prioritize emergency traffic.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189" name="Google Shape;1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Block diagram of Smart Emergency Response System | Download Scientific Diagram">
            <a:extLst>
              <a:ext uri="{FF2B5EF4-FFF2-40B4-BE49-F238E27FC236}">
                <a16:creationId xmlns:a16="http://schemas.microsoft.com/office/drawing/2014/main" id="{ABBDFD50-122E-FF36-67B5-E227583C0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454" y="2172516"/>
            <a:ext cx="4239491" cy="4410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Algerian"/>
                <a:ea typeface="Algerian"/>
                <a:cs typeface="Algerian"/>
                <a:sym typeface="Algerian"/>
              </a:rPr>
              <a:t>Objectives </a:t>
            </a:r>
            <a:endParaRPr sz="4000" dirty="0"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194" name="Google Shape;19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1886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"/>
          <p:cNvSpPr txBox="1">
            <a:spLocks noGrp="1"/>
          </p:cNvSpPr>
          <p:nvPr>
            <p:ph type="body" idx="1"/>
          </p:nvPr>
        </p:nvSpPr>
        <p:spPr>
          <a:xfrm>
            <a:off x="609600" y="1617521"/>
            <a:ext cx="8251768" cy="4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To identify emergency network traffic using AI.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To give high priority to emergency messages.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To reduce network delays and congestion.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To improve communication speed and reliability.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To ensure faster emergency response.</a:t>
            </a:r>
          </a:p>
          <a:p>
            <a:pPr marL="1143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None/>
            </a:pPr>
            <a:endParaRPr b="1" dirty="0"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Algerian"/>
                <a:ea typeface="Algerian"/>
                <a:cs typeface="Algerian"/>
                <a:sym typeface="Algerian"/>
              </a:rPr>
              <a:t>Literature review</a:t>
            </a:r>
            <a:endParaRPr dirty="0"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3896" y="74754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121E20-A403-977B-D70E-ABD43F7BA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089883"/>
              </p:ext>
            </p:extLst>
          </p:nvPr>
        </p:nvGraphicFramePr>
        <p:xfrm>
          <a:off x="1710812" y="1813560"/>
          <a:ext cx="8938200" cy="4023360"/>
        </p:xfrm>
        <a:graphic>
          <a:graphicData uri="http://schemas.openxmlformats.org/drawingml/2006/table">
            <a:tbl>
              <a:tblPr/>
              <a:tblGrid>
                <a:gridCol w="2234550">
                  <a:extLst>
                    <a:ext uri="{9D8B030D-6E8A-4147-A177-3AD203B41FA5}">
                      <a16:colId xmlns:a16="http://schemas.microsoft.com/office/drawing/2014/main" val="1879597030"/>
                    </a:ext>
                  </a:extLst>
                </a:gridCol>
                <a:gridCol w="2234550">
                  <a:extLst>
                    <a:ext uri="{9D8B030D-6E8A-4147-A177-3AD203B41FA5}">
                      <a16:colId xmlns:a16="http://schemas.microsoft.com/office/drawing/2014/main" val="1761538989"/>
                    </a:ext>
                  </a:extLst>
                </a:gridCol>
                <a:gridCol w="2234550">
                  <a:extLst>
                    <a:ext uri="{9D8B030D-6E8A-4147-A177-3AD203B41FA5}">
                      <a16:colId xmlns:a16="http://schemas.microsoft.com/office/drawing/2014/main" val="168574667"/>
                    </a:ext>
                  </a:extLst>
                </a:gridCol>
                <a:gridCol w="2234550">
                  <a:extLst>
                    <a:ext uri="{9D8B030D-6E8A-4147-A177-3AD203B41FA5}">
                      <a16:colId xmlns:a16="http://schemas.microsoft.com/office/drawing/2014/main" val="103119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40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Moeyersons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Network Management,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SDN-based emergency traffic prioritization.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SDN infrastructure.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4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Basu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Web and Grid Services,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network traffic classification.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training data quality.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527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Sanchez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Parallel and Distributed Computing, 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traffic routing.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complex model training.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497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Serag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of Network and Systems Management, 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traffic classification using SDN.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specifically designed for emergencies.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7877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EE07-7878-3F26-312C-F56F89AC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Traditional Network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69654-1ADB-A35D-D6E8-9EE8F80CA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1884" y="2332037"/>
            <a:ext cx="6153563" cy="452596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fixed rules to manage network traffic.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and normal traffic may receive similar priority.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congestion can cause communication delays.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efficient during emergency situations</a:t>
            </a:r>
            <a:r>
              <a:rPr lang="en-IN" sz="28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 descr="Client Server Network Diagram: Example and Design Tips">
            <a:extLst>
              <a:ext uri="{FF2B5EF4-FFF2-40B4-BE49-F238E27FC236}">
                <a16:creationId xmlns:a16="http://schemas.microsoft.com/office/drawing/2014/main" id="{3D49AC08-9939-ABE8-56A3-0FA3AC1B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80" y="2164079"/>
            <a:ext cx="433879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07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BCF1-BFDA-EBD5-3199-07A5409A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AI-Based Traffic Classification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2B29C-4836-C096-D9E6-5F6DCE5EB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463" y="1923271"/>
            <a:ext cx="6232222" cy="452596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to identify emergency network traffic.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messages based on their importance.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network congestion automatically.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traffic management and communication speed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  <p:pic>
        <p:nvPicPr>
          <p:cNvPr id="4" name="Picture 3" descr="Artificial intelligence-based traffic flow prediction: a comprehensive review | Journal of Electrical Systems and Information Technology | Springer Nature Link">
            <a:extLst>
              <a:ext uri="{FF2B5EF4-FFF2-40B4-BE49-F238E27FC236}">
                <a16:creationId xmlns:a16="http://schemas.microsoft.com/office/drawing/2014/main" id="{2A2EB634-2A38-467B-15B7-FBFFB614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533" y="1563918"/>
            <a:ext cx="5474004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3C77-2F77-9BB6-3DD2-5C516CA3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Smart Emergency Network Prioritization (Proposed Model)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AE361-2A59-721D-DFCB-8B410BA3B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072" y="2057399"/>
            <a:ext cx="7368652" cy="452596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AI with real-time traffic monitoring.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gives high priority to emergency messages.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bandwidth based on urgency.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delays and improves emergency communication.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 descr="Smart City">
            <a:extLst>
              <a:ext uri="{FF2B5EF4-FFF2-40B4-BE49-F238E27FC236}">
                <a16:creationId xmlns:a16="http://schemas.microsoft.com/office/drawing/2014/main" id="{791CD643-E4CB-6B09-0062-E79B03171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1" y="1276350"/>
            <a:ext cx="4145280" cy="507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1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Conclusion</a:t>
            </a:r>
            <a:endParaRPr dirty="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37" name="Google Shape;237;p8"/>
          <p:cNvSpPr txBox="1">
            <a:spLocks noGrp="1"/>
          </p:cNvSpPr>
          <p:nvPr>
            <p:ph type="body" idx="1"/>
          </p:nvPr>
        </p:nvSpPr>
        <p:spPr>
          <a:xfrm>
            <a:off x="1219200" y="23319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emergency network communication.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helps identify and prioritize emergency traffic.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reduces network delays and congestion.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provides faster and more reliable communication.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will supports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and efficient emergency response.</a:t>
            </a: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dirty="0"/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Algerian"/>
                <a:ea typeface="Algerian"/>
                <a:cs typeface="Algerian"/>
                <a:sym typeface="Algerian"/>
              </a:rPr>
              <a:t>References </a:t>
            </a:r>
            <a:endParaRPr dirty="0"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243" name="Google Shape;24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B23BCB-ADE3-4574-53F9-18CC65BBF3B3}"/>
              </a:ext>
            </a:extLst>
          </p:cNvPr>
          <p:cNvSpPr txBox="1"/>
          <p:nvPr/>
        </p:nvSpPr>
        <p:spPr>
          <a:xfrm>
            <a:off x="609600" y="1954295"/>
            <a:ext cx="969818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Kourtis et al., “Conceptual Evaluation of a 5G Network Slicing Technique for Emergency Communications,” Energies, 2021.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Sheikh and Peng, “Procedures, Criteria, and Machine Learning Techniques for Network Traffic Classification,” IEEE Access, 2022.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DOAJ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Raussi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“Prioritizing Protection Communication in a 5G Slice,” The Journal of Engineering, 2023.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Wiley Online Library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Salau and Beyene, “Software Defined Networking Based Network Traffic Classification Using Machine Learning Techniques,” Scientific Reports, 2024.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Sharma and Lashkari, “A Survey on Encrypted Network Traffic,” Computer Networks, 2025.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B81512-AB6C-6D64-E750-D70C1C568212}"/>
              </a:ext>
            </a:extLst>
          </p:cNvPr>
          <p:cNvSpPr txBox="1"/>
          <p:nvPr/>
        </p:nvSpPr>
        <p:spPr>
          <a:xfrm>
            <a:off x="1887794" y="2467897"/>
            <a:ext cx="849507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 !!!!</a:t>
            </a:r>
            <a:endParaRPr lang="en-IN" sz="880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563</Words>
  <Application>Microsoft Office PowerPoint</Application>
  <PresentationFormat>Widescreen</PresentationFormat>
  <Paragraphs>93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Anton</vt:lpstr>
      <vt:lpstr>Arial</vt:lpstr>
      <vt:lpstr>Britannic Bold</vt:lpstr>
      <vt:lpstr>Calibri</vt:lpstr>
      <vt:lpstr>Times New Roman</vt:lpstr>
      <vt:lpstr>Wingdings</vt:lpstr>
      <vt:lpstr>Office Theme</vt:lpstr>
      <vt:lpstr>smart emergency network prioritization system</vt:lpstr>
      <vt:lpstr>Table of Content </vt:lpstr>
      <vt:lpstr>Introduction</vt:lpstr>
      <vt:lpstr>Problem statement </vt:lpstr>
      <vt:lpstr>Objectives </vt:lpstr>
      <vt:lpstr>Literature review</vt:lpstr>
      <vt:lpstr>Traditional Network Management</vt:lpstr>
      <vt:lpstr>AI-Based Traffic Classification</vt:lpstr>
      <vt:lpstr>Smart Emergency Network Prioritization (Proposed Model)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AKSHAYA R S</dc:creator>
  <cp:lastModifiedBy>vishnu vardhan</cp:lastModifiedBy>
  <cp:revision>14</cp:revision>
  <dcterms:modified xsi:type="dcterms:W3CDTF">2026-10-21T08:25:08Z</dcterms:modified>
</cp:coreProperties>
</file>